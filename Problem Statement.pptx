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64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6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3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98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94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1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58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9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8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0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50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8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093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with.mu/en/tutorial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55F4-ACC7-5253-C436-2BA803F1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       </a:t>
            </a:r>
            <a:r>
              <a:rPr lang="en-US" sz="5300" b="1" dirty="0"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FINANCE ANALYSIS PYTHON PROJECT</a:t>
            </a:r>
            <a:endParaRPr lang="en-IN" b="1" dirty="0">
              <a:solidFill>
                <a:schemeClr val="accent6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619082-B996-87EC-5C0B-016A4FA61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1887" y="1939334"/>
            <a:ext cx="2240781" cy="158763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415669-8638-6C2F-EF53-FCA04DBB2238}"/>
              </a:ext>
            </a:extLst>
          </p:cNvPr>
          <p:cNvSpPr txBox="1"/>
          <p:nvPr/>
        </p:nvSpPr>
        <p:spPr>
          <a:xfrm>
            <a:off x="3629609" y="2245958"/>
            <a:ext cx="502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FINANCE DOMAIN</a:t>
            </a:r>
            <a:endParaRPr lang="en-IN" sz="4800" b="1" dirty="0">
              <a:solidFill>
                <a:schemeClr val="accent2">
                  <a:lumMod val="75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D076C-FA3F-C83B-C56E-907C6E7939E5}"/>
              </a:ext>
            </a:extLst>
          </p:cNvPr>
          <p:cNvSpPr txBox="1"/>
          <p:nvPr/>
        </p:nvSpPr>
        <p:spPr>
          <a:xfrm>
            <a:off x="905072" y="4082241"/>
            <a:ext cx="11112758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Front"/>
              <a:lightRig rig="threePt" dir="t"/>
            </a:scene3d>
          </a:bodyPr>
          <a:lstStyle/>
          <a:p>
            <a:r>
              <a:rPr lang="en-US" sz="6600" dirty="0"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END-TO-END PYTHON PROJECT</a:t>
            </a:r>
            <a:endParaRPr lang="en-IN" sz="6600" dirty="0"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95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83</TotalTime>
  <Words>403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Metropolitan</vt:lpstr>
      <vt:lpstr>        FINANCE ANALYSIS PYTHON PROJECT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Priyanka [Student-BUS]</cp:lastModifiedBy>
  <cp:revision>16</cp:revision>
  <dcterms:created xsi:type="dcterms:W3CDTF">2023-10-07T01:44:58Z</dcterms:created>
  <dcterms:modified xsi:type="dcterms:W3CDTF">2026-03-04T14:47:38Z</dcterms:modified>
</cp:coreProperties>
</file>